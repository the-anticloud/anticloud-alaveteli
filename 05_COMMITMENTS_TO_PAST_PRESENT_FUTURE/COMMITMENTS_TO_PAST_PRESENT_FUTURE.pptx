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Commitments To Past Present Future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ALAVETELI | Category: GOVERNMENT</a:t>
            </a:r>
          </a:p>
          <a:p>
            <a:r>
              <a:rPr sz="1400"/>
              <a:t>Upstream: https://github.com/mysociety/alaveteli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commitments to past, present &amp; future for the Anticloud integration of ALAVETELI.</a:t>
            </a:r>
          </a:p>
          <a:p>
            <a:r>
              <a:rPr sz="1400"/>
              <a:t>Freedom of information request platform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ALAVETELI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