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16 HITRUST CSF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2026-10-02T09:52:08.481330Z | Framework ID: 16_HITRUST_CSF</a:t>
            </a:r>
          </a:p>
          <a:p>
            <a:r>
              <a:t>HITRUST CSF v11.3 (2024)</a:t>
            </a:r>
          </a:p>
          <a:p>
            <a:r>
              <a:t>PASS — 49 control categories; encryption, access control, audit, incident response addressed</a:t>
            </a:r>
          </a:p>
          <a:p>
            <a:r>
              <a:t>e1 Assessment: PASS</a:t>
            </a:r>
          </a:p>
          <a:p>
            <a:r>
              <a:t>Maps to HIPAA + ISO 27001 + NIST SP 800-53 simultaneously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